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302" r:id="rId4"/>
    <p:sldId id="344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C2BB65-C393-00B1-5BAD-135BC48FD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501830F-2FD1-C8F2-086D-3F43626B5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61CBFF-282B-0D82-23E9-A36C2701F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D9CCD3-4D0A-373F-7612-75A3076A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55639B-336F-4AFA-498B-13C61644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2059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3DE4B2-5CFF-06BB-3F8D-11F6EC51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0081F8-D5BC-250C-CF99-DDBF349BB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BBA233-5AEF-5098-417E-95F02177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C8ADDC-A860-78BF-2843-CD3062F9B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EE37F7-E982-11B6-BAA5-A981C82E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1231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B1FB88-8BAE-0840-D847-3B5B597E1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8487F4-8FAA-3333-0A07-D0E0854A8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A00E60E-358F-72B9-C3F8-77C93D3F5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0C7765-50FB-71A2-E3EE-60A19F59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485B34-7B57-BAFE-7E23-62037B75A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6967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A6216A-3F01-4557-4C2C-65DA309B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BC51FC-DF5A-9F0D-7C0F-29A29ECD77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168E9E6-5A5C-8D52-71C9-8AB341311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9A83DB-7F5F-A052-B2B6-A9F68D6E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184BD67-A6E5-3560-F9DF-A55713FF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43F5624-1CC4-147E-551C-13834A7C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779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1694C8-D7DA-3674-8DFD-C02ED88C4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EEEB71-F56A-9CE7-1808-CABF8D8D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84D0270-F678-3B28-00BC-C0EA3DBCF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F6F45C2-C30A-2D39-8D75-0C185273E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6BA0C99-368F-2B0F-0C71-774D5D500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76D200D-F79C-A87C-A656-AEFBA79D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846349C-832B-62F5-7AB2-5336E37B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361E3B8-86FB-C9E2-8219-13785C48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97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DEA0A1-EEBA-E7F2-E6B6-6E21FD3B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D5CDC93-903E-7D26-A923-51C98B80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35991E1-4C62-8DB6-BB8D-1494BB40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3D85526-4439-ACB9-4D49-49B4E6BB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846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F9ED454-3F1E-0483-C62A-F04D88C01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CBBE7E0-53F6-08A5-77F6-A609327C1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5134A06-16A2-A522-4659-3A6A23952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4857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350DF6-4A37-0CA2-F43E-40487F1B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B43639-E2B9-6D0E-78EF-1D56219F1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747E4A7-17BA-6289-49C3-FCE1E4FF8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C7A8D7-6A4E-C198-0A83-6DE0E9FB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2B5E44B-C459-8D4F-09DC-C33EFAD5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047957D-84A5-CFB4-F297-38121362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1307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8FB847-2BB7-C498-1D06-8E57A7DB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7F6BC12-9C07-F348-AFD4-49245D7694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3D23541-EB47-A733-D615-9C8F7A2EE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E4ED5EC-07B1-5588-1CBA-D2B625D85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B886C5F-B4BC-877B-A5F7-E949FDE1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04B0B5-FA9F-1E5A-C8A2-3C2FF9AE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3658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A4F5D1-03E9-1CB2-026C-B4D112EE1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F38A7BA-F05D-6793-51B8-68E1BB905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1BA2D1-D30A-6EC2-2775-AF4C185A4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8487AD-C467-7CA0-5370-651A3D174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865A54-3209-ED05-A17D-99B12F312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934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CA3FAB8-00EE-382C-F078-6E05F7FF1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BC52BDF-C228-4305-E4D6-34B473C7E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20253A-E061-B200-7351-4E4C8B80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0E76091-62AB-8748-DC14-D7EFAB5BC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FFAAE91-9A0F-4CBD-3E5C-6FED3073C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586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ommaire"/>
          <p:cNvSpPr>
            <a:spLocks noGrp="1"/>
          </p:cNvSpPr>
          <p:nvPr>
            <p:ph type="title"/>
          </p:nvPr>
        </p:nvSpPr>
        <p:spPr>
          <a:xfrm>
            <a:off x="365056" y="1689545"/>
            <a:ext cx="11461612" cy="449642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224">
                <a:solidFill>
                  <a:srgbClr val="00008F"/>
                </a:solidFill>
                <a:latin typeface="+mj-lt"/>
              </a:defRPr>
            </a:lvl1pPr>
          </a:lstStyle>
          <a:p>
            <a:r>
              <a:rPr lang="it-IT" noProof="0"/>
              <a:t>Fare clic per modificare stile</a:t>
            </a:r>
            <a:endParaRPr lang="en-GB" noProof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365193" y="2901595"/>
            <a:ext cx="11461475" cy="3372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756">
                <a:solidFill>
                  <a:srgbClr val="027180"/>
                </a:solidFill>
                <a:latin typeface="+mj-lt"/>
              </a:defRPr>
            </a:lvl1pPr>
          </a:lstStyle>
          <a:p>
            <a:pPr lv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9206355" y="6384492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A9C98EE-450B-490D-BB40-F6FB412E3B59}" type="slidenum">
              <a:rPr lang="en-GB" altLang="it-IT"/>
              <a:pPr>
                <a:defRPr/>
              </a:pPr>
              <a:t>‹N›</a:t>
            </a:fld>
            <a:endParaRPr lang="en-GB" altLang="it-IT"/>
          </a:p>
        </p:txBody>
      </p:sp>
      <p:sp>
        <p:nvSpPr>
          <p:cNvPr id="5" name="Espace réservé de la date 1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Title of the presentation l Date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6A87A280-6A40-4F41-89F1-D0117AC1A72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48149"/>
            <a:ext cx="11579306" cy="1"/>
          </a:xfrm>
          <a:prstGeom prst="line">
            <a:avLst/>
          </a:prstGeom>
          <a:ln>
            <a:gradFill>
              <a:gsLst>
                <a:gs pos="43364">
                  <a:srgbClr val="7290AB"/>
                </a:gs>
                <a:gs pos="0">
                  <a:srgbClr val="14335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306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C827035-ED91-A0AF-1220-D9C5169E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51092E3-E8C5-C24B-15C8-27092355A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E9E17A3-8CCA-1FCC-A368-1357A534A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13636-6D80-416E-8C99-5B5BA3DB3D06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C01DF9-8CDD-A179-EABC-9C36BEE6C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0ABA56-622C-F745-ECD2-F386AEE73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753075C-DD38-00CF-BC0E-7E1784BA44F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09436" y="92713"/>
            <a:ext cx="1091280" cy="5745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ACC6CE6-C6F0-63D8-BE56-F325058FABF3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375" y="39690"/>
            <a:ext cx="1732976" cy="683489"/>
          </a:xfrm>
          <a:prstGeom prst="rect">
            <a:avLst/>
          </a:prstGeom>
        </p:spPr>
      </p:pic>
      <p:pic>
        <p:nvPicPr>
          <p:cNvPr id="9" name="Picture 2" descr="AIRA">
            <a:extLst>
              <a:ext uri="{FF2B5EF4-FFF2-40B4-BE49-F238E27FC236}">
                <a16:creationId xmlns:a16="http://schemas.microsoft.com/office/drawing/2014/main" id="{E29A497B-0CFE-34AA-D3E4-CA21883459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500" y="-34037"/>
            <a:ext cx="6068999" cy="8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735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968B4C3C-A3E3-4CF5-8AA0-6A5C33F62E6D}"/>
              </a:ext>
            </a:extLst>
          </p:cNvPr>
          <p:cNvSpPr txBox="1">
            <a:spLocks/>
          </p:cNvSpPr>
          <p:nvPr/>
        </p:nvSpPr>
        <p:spPr>
          <a:xfrm>
            <a:off x="2518117" y="5570806"/>
            <a:ext cx="6865033" cy="4522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200" b="1" i="1" dirty="0">
                <a:solidFill>
                  <a:srgbClr val="143350"/>
                </a:solidFill>
              </a:rPr>
              <a:t>NOME COGNOME – RUOLO</a:t>
            </a:r>
          </a:p>
          <a:p>
            <a:r>
              <a:rPr lang="it-IT" sz="2200" b="1" i="1" dirty="0">
                <a:solidFill>
                  <a:srgbClr val="143350"/>
                </a:solidFill>
              </a:rPr>
              <a:t>AZIENDA DI APPARTENENZA</a:t>
            </a: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968B4C3C-A3E3-4CF5-8AA0-6A5C33F62E6D}"/>
              </a:ext>
            </a:extLst>
          </p:cNvPr>
          <p:cNvSpPr txBox="1">
            <a:spLocks/>
          </p:cNvSpPr>
          <p:nvPr/>
        </p:nvSpPr>
        <p:spPr>
          <a:xfrm>
            <a:off x="2518117" y="4685722"/>
            <a:ext cx="6865033" cy="4522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200" b="1" i="1" dirty="0">
                <a:solidFill>
                  <a:srgbClr val="143350"/>
                </a:solidFill>
              </a:rPr>
              <a:t>data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95CE040-7E6E-4BC1-863E-FF06EB234A42}"/>
              </a:ext>
            </a:extLst>
          </p:cNvPr>
          <p:cNvSpPr txBox="1"/>
          <p:nvPr/>
        </p:nvSpPr>
        <p:spPr>
          <a:xfrm>
            <a:off x="1524000" y="1446027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i="1" dirty="0">
                <a:solidFill>
                  <a:srgbClr val="143350"/>
                </a:solidFill>
                <a:latin typeface="+mj-lt"/>
                <a:ea typeface="+mj-ea"/>
                <a:cs typeface="+mj-cs"/>
              </a:rPr>
              <a:t>ESAME AIRA PER L’OTTENIMENTO DELLA CERTIFICAZIONE DELLE COMPETENZE</a:t>
            </a:r>
            <a:r>
              <a:rPr lang="it-IT" sz="2800" b="1" dirty="0">
                <a:latin typeface="Arial Narrow"/>
                <a:cs typeface="Arial Narrow"/>
              </a:rPr>
              <a:t> </a:t>
            </a:r>
            <a:r>
              <a:rPr lang="it-IT" sz="2800" b="1" i="1" dirty="0">
                <a:solidFill>
                  <a:srgbClr val="143350"/>
                </a:solidFill>
                <a:latin typeface="+mj-lt"/>
                <a:ea typeface="+mj-ea"/>
                <a:cs typeface="+mj-cs"/>
              </a:rPr>
              <a:t>(AML CERTIFICATE®)   </a:t>
            </a:r>
          </a:p>
          <a:p>
            <a:r>
              <a:rPr lang="it-IT" sz="2800" b="1" i="1" dirty="0">
                <a:solidFill>
                  <a:srgbClr val="143350"/>
                </a:solidFill>
                <a:latin typeface="+mj-lt"/>
                <a:ea typeface="+mj-ea"/>
                <a:cs typeface="+mj-cs"/>
              </a:rPr>
              <a:t>PROT.AIRA/0005_2026_AML1</a:t>
            </a:r>
          </a:p>
        </p:txBody>
      </p:sp>
    </p:spTree>
    <p:extLst>
      <p:ext uri="{BB962C8B-B14F-4D97-AF65-F5344CB8AC3E}">
        <p14:creationId xmlns:p14="http://schemas.microsoft.com/office/powerpoint/2010/main" val="27701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017563" y="1707477"/>
            <a:ext cx="10156874" cy="1655762"/>
          </a:xfrm>
        </p:spPr>
        <p:txBody>
          <a:bodyPr>
            <a:noAutofit/>
          </a:bodyPr>
          <a:lstStyle/>
          <a:p>
            <a:r>
              <a:rPr lang="it-IT" sz="3000" dirty="0">
                <a:solidFill>
                  <a:srgbClr val="143350"/>
                </a:solidFill>
              </a:rPr>
              <a:t>TITOLO DEL PROJECT WORK</a:t>
            </a:r>
            <a:br>
              <a:rPr lang="it-IT" sz="3000" dirty="0">
                <a:solidFill>
                  <a:srgbClr val="143350"/>
                </a:solidFill>
              </a:rPr>
            </a:br>
            <a:endParaRPr lang="it-IT" sz="3000" dirty="0">
              <a:solidFill>
                <a:srgbClr val="143350"/>
              </a:solidFill>
            </a:endParaRPr>
          </a:p>
        </p:txBody>
      </p:sp>
      <p:sp>
        <p:nvSpPr>
          <p:cNvPr id="6" name="Titolo 1"/>
          <p:cNvSpPr txBox="1">
            <a:spLocks/>
          </p:cNvSpPr>
          <p:nvPr/>
        </p:nvSpPr>
        <p:spPr>
          <a:xfrm>
            <a:off x="693099" y="3094593"/>
            <a:ext cx="10156874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2000" dirty="0">
                <a:solidFill>
                  <a:srgbClr val="143350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165071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">
            <a:extLst>
              <a:ext uri="{FF2B5EF4-FFF2-40B4-BE49-F238E27FC236}">
                <a16:creationId xmlns:a16="http://schemas.microsoft.com/office/drawing/2014/main" id="{D2036EEF-91B8-4A12-B816-019ADEC8D015}"/>
              </a:ext>
            </a:extLst>
          </p:cNvPr>
          <p:cNvSpPr txBox="1"/>
          <p:nvPr/>
        </p:nvSpPr>
        <p:spPr>
          <a:xfrm>
            <a:off x="0" y="1390124"/>
            <a:ext cx="293389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000" b="1" spc="600" dirty="0" err="1">
                <a:solidFill>
                  <a:srgbClr val="143350"/>
                </a:solidFill>
                <a:latin typeface="+mj-lt"/>
                <a:cs typeface="Arial" pitchFamily="34" charset="0"/>
              </a:rPr>
              <a:t>Indice</a:t>
            </a:r>
            <a:endParaRPr lang="ko-KR" altLang="en-US" sz="4000" b="1" spc="600" dirty="0">
              <a:solidFill>
                <a:srgbClr val="143350"/>
              </a:solidFill>
              <a:latin typeface="+mj-lt"/>
              <a:cs typeface="Arial" pitchFamily="34" charset="0"/>
            </a:endParaRPr>
          </a:p>
        </p:txBody>
      </p:sp>
      <p:sp>
        <p:nvSpPr>
          <p:cNvPr id="62" name="Segnaposto numero diapositiva 3">
            <a:extLst>
              <a:ext uri="{FF2B5EF4-FFF2-40B4-BE49-F238E27FC236}">
                <a16:creationId xmlns:a16="http://schemas.microsoft.com/office/drawing/2014/main" id="{3380B7FC-B686-4DA5-B45E-4DEF878C38B9}"/>
              </a:ext>
            </a:extLst>
          </p:cNvPr>
          <p:cNvSpPr txBox="1">
            <a:spLocks/>
          </p:cNvSpPr>
          <p:nvPr/>
        </p:nvSpPr>
        <p:spPr bwMode="auto">
          <a:xfrm>
            <a:off x="10953480" y="6322505"/>
            <a:ext cx="990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CB4F2903-5929-45AD-8483-C4FF9E9DD2C3}" type="slidenum">
              <a:rPr lang="en-GB" altLang="it-IT" sz="1000" smtClean="0">
                <a:latin typeface="Source Sans Pro" charset="0"/>
              </a:rPr>
              <a:pPr/>
              <a:t>3</a:t>
            </a:fld>
            <a:endParaRPr lang="en-GB" altLang="it-IT" sz="1000" dirty="0">
              <a:latin typeface="Source Sans Pro" charset="0"/>
            </a:endParaRPr>
          </a:p>
        </p:txBody>
      </p:sp>
      <p:sp>
        <p:nvSpPr>
          <p:cNvPr id="4" name="Segnaposto contenuto 3"/>
          <p:cNvSpPr txBox="1">
            <a:spLocks/>
          </p:cNvSpPr>
          <p:nvPr/>
        </p:nvSpPr>
        <p:spPr>
          <a:xfrm>
            <a:off x="376735" y="2375478"/>
            <a:ext cx="5606203" cy="23834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 rtl="0"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rtl="0">
              <a:lnSpc>
                <a:spcPct val="130000"/>
              </a:lnSpc>
              <a:spcAft>
                <a:spcPts val="1200"/>
              </a:spcAft>
              <a:buAutoNum type="arabicPeriod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……………….</a:t>
            </a:r>
          </a:p>
          <a:p>
            <a:pPr marL="342900" indent="-342900" rtl="0">
              <a:lnSpc>
                <a:spcPct val="130000"/>
              </a:lnSpc>
              <a:spcAft>
                <a:spcPts val="1200"/>
              </a:spcAft>
              <a:buAutoNum type="arabicPeriod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………………..</a:t>
            </a:r>
          </a:p>
          <a:p>
            <a:pPr marL="342900" indent="-342900" rtl="0">
              <a:lnSpc>
                <a:spcPct val="130000"/>
              </a:lnSpc>
              <a:spcAft>
                <a:spcPts val="1200"/>
              </a:spcAft>
              <a:buAutoNum type="arabicPeriod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…………….....</a:t>
            </a:r>
          </a:p>
          <a:p>
            <a:pPr marL="342900" indent="-342900" rtl="0">
              <a:lnSpc>
                <a:spcPct val="130000"/>
              </a:lnSpc>
              <a:spcAft>
                <a:spcPts val="1200"/>
              </a:spcAft>
              <a:buAutoNum type="arabicPeriod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………………..</a:t>
            </a:r>
          </a:p>
          <a:p>
            <a:pPr marL="342900" indent="-342900" rtl="0">
              <a:lnSpc>
                <a:spcPct val="130000"/>
              </a:lnSpc>
              <a:spcAft>
                <a:spcPts val="1200"/>
              </a:spcAft>
              <a:buAutoNum type="arabicPeriod"/>
            </a:pPr>
            <a:endParaRPr lang="it-IT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rtl="0">
              <a:lnSpc>
                <a:spcPct val="130000"/>
              </a:lnSpc>
              <a:spcAft>
                <a:spcPts val="1200"/>
              </a:spcAft>
              <a:buNone/>
            </a:pPr>
            <a:endParaRPr lang="it-IT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265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9AB764D6-63FD-4CFD-9D40-3010078B934A}"/>
              </a:ext>
            </a:extLst>
          </p:cNvPr>
          <p:cNvSpPr/>
          <p:nvPr/>
        </p:nvSpPr>
        <p:spPr>
          <a:xfrm>
            <a:off x="670519" y="1501595"/>
            <a:ext cx="10641189" cy="518603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lvl="0" algn="just">
              <a:spcAft>
                <a:spcPts val="600"/>
              </a:spcAft>
            </a:pPr>
            <a:r>
              <a:rPr lang="it-IT" sz="1600" dirty="0">
                <a:solidFill>
                  <a:srgbClr val="143350"/>
                </a:solidFill>
                <a:latin typeface="Calibri "/>
              </a:rPr>
              <a:t>Testo………………………………………………</a:t>
            </a: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endParaRPr lang="it-IT" sz="1600" dirty="0">
              <a:solidFill>
                <a:srgbClr val="143350"/>
              </a:solidFill>
              <a:latin typeface="Calibri "/>
            </a:endParaRPr>
          </a:p>
          <a:p>
            <a:pPr lvl="0" algn="just">
              <a:spcAft>
                <a:spcPts val="600"/>
              </a:spcAft>
            </a:pPr>
            <a:r>
              <a:rPr lang="it-IT" sz="1600" dirty="0">
                <a:solidFill>
                  <a:srgbClr val="143350"/>
                </a:solidFill>
                <a:latin typeface="Calibri "/>
              </a:rPr>
              <a:t>………………………………………Testo.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B4317E1-5A12-46E3-9A85-2C013B3AC689}"/>
              </a:ext>
            </a:extLst>
          </p:cNvPr>
          <p:cNvSpPr txBox="1"/>
          <p:nvPr/>
        </p:nvSpPr>
        <p:spPr>
          <a:xfrm>
            <a:off x="213533" y="978375"/>
            <a:ext cx="964828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2800" b="1" i="1" dirty="0">
                <a:solidFill>
                  <a:srgbClr val="143350"/>
                </a:solidFill>
                <a:latin typeface="Calibri "/>
              </a:rPr>
              <a:t>Titolo argomento 1</a:t>
            </a:r>
            <a:endParaRPr lang="it-IT" sz="1400" dirty="0">
              <a:solidFill>
                <a:srgbClr val="143350"/>
              </a:solidFill>
              <a:latin typeface="Calibri "/>
            </a:endParaRPr>
          </a:p>
        </p:txBody>
      </p:sp>
      <p:sp>
        <p:nvSpPr>
          <p:cNvPr id="12" name="Segnaposto numero diapositiva 3">
            <a:extLst>
              <a:ext uri="{FF2B5EF4-FFF2-40B4-BE49-F238E27FC236}">
                <a16:creationId xmlns:a16="http://schemas.microsoft.com/office/drawing/2014/main" id="{4279D487-8A23-42CE-897A-62087D52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0953480" y="6322505"/>
            <a:ext cx="990600" cy="3651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</a:defRPr>
            </a:lvl9pPr>
          </a:lstStyle>
          <a:p>
            <a:fld id="{CB4F2903-5929-45AD-8483-C4FF9E9DD2C3}" type="slidenum">
              <a:rPr lang="en-GB" altLang="it-IT" sz="1000">
                <a:latin typeface="Source Sans Pro" charset="0"/>
              </a:rPr>
              <a:pPr/>
              <a:t>4</a:t>
            </a:fld>
            <a:endParaRPr lang="en-GB" altLang="it-IT" sz="1000" dirty="0">
              <a:latin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8768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48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1" baseType="lpstr">
      <vt:lpstr>Arial</vt:lpstr>
      <vt:lpstr>Arial Narrow</vt:lpstr>
      <vt:lpstr>Calibri</vt:lpstr>
      <vt:lpstr>Calibri </vt:lpstr>
      <vt:lpstr>Calibri Light</vt:lpstr>
      <vt:lpstr>Source Sans Pro</vt:lpstr>
      <vt:lpstr>Tema di Office</vt:lpstr>
      <vt:lpstr>Presentazione standard di PowerPoint</vt:lpstr>
      <vt:lpstr>TITOLO DEL PROJECT WORK 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Riccardo Scardino</dc:creator>
  <cp:lastModifiedBy>Aira IUS Consulting</cp:lastModifiedBy>
  <cp:revision>10</cp:revision>
  <dcterms:created xsi:type="dcterms:W3CDTF">2024-01-18T11:24:20Z</dcterms:created>
  <dcterms:modified xsi:type="dcterms:W3CDTF">2025-12-11T07:27:00Z</dcterms:modified>
</cp:coreProperties>
</file>